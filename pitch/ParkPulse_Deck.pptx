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1">
                <a:solidFill>
                  <a:srgbClr val="E6E9EF"/>
                </a:solidFill>
                <a:latin typeface="Segoe UI"/>
              </a:rPr>
              <a:t>ParkPulse</a:t>
            </a:r>
          </a:p>
          <a:p>
            <a:pPr algn="l">
              <a:spcAft>
                <a:spcPts val="600"/>
              </a:spcAft>
            </a:pPr>
            <a:r>
              <a:rPr sz="2600" b="0">
                <a:solidFill>
                  <a:srgbClr val="4C8BF5"/>
                </a:solidFill>
                <a:latin typeface="Segoe UI"/>
              </a:rPr>
              <a:t>From 298,000 parking tickets to where to stand tomorrow.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9AA3B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Theme 1 — Poor Visibility on Parking-Induced Congestion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Gridlock Hackathon 2.0  ·  [Team Name]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problem · Relevance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Enforcement is flying blind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Illegal parking near markets, metros &amp; hubs blocks live lanes and junctions.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Enforcement is reactive &amp; patrol-based — officers go on instinct.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No heatmap · no prioritization · no way to schedule scarce teams.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data ·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Built on real BTP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298,445 real violation records · 150 days · zero missing fields.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Top 1% of locations hold 33% of all violations.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15% of vehicles cause 34%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Their own challan data — no new sensors, nothing invented.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honest insight ·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We read the data honestly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This is enforcement data, not demand — where officers caught parking.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~93% of tickets are written before 1 PM; &lt;0.3% in the 5–9 PM peak.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So we optimize enforcement efficiency and flag the evening blind spot.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The solution ·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A closed decision loop — not a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Detect → Score → Forecast → Deploy → Target.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It ends in an action a supervisor can brief tomorrow.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Outcomes feed back in and sharpen the next plan.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Detect &amp;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One transparent number per zone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City-wide 3-D hotspot map (geohash hexbins).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Congestion Impact Score 0–100 = violations × severity × flow-criticality.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Junction-blocking and main-road violations weigh most.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Forecast ·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Validated the hard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Predicts violations per zone × weekday × hour.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Honest held-out backtest: r = 0.70, MAE 2.01 — tested on the unseen future.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Benchmarked LightGBM (scored lower, 0.69) → kept the interpretable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Proven impact · Real-world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Proven, not claimed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420624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1000" b="1">
                <a:solidFill>
                  <a:srgbClr val="4C8BF5"/>
                </a:solidFill>
                <a:latin typeface="Segoe UI"/>
              </a:rPr>
              <a:t>38%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A3B2"/>
                </a:solidFill>
                <a:latin typeface="Segoe UI"/>
              </a:rPr>
              <a:t>captured · 10 teams · on unseen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65176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Replayed a 10-team plan on 31 days the model never saw.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Positioned for ~38% of the violations actually logged…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…vs ~1.3% spread evenly. A validated efficiency gain.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Deploy &amp; Target ·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From insight to a plan you brief tomorrow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One click → a spaced patrol plan + CSV for morning roll-call.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Repeat-offender target lists (15% → 34%):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owner-notice / escalated-penalty / tow-priority CSV exports.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Ask ParkPulse ·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A real AI agent — not a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Gemini function-calling over the actual forecaster &amp; optimizer.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Multilingual (English / Hindi / Kannada) + voice input + memory.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An officer just asks: 'Plan 6 teams for Friday evening near KR Market.'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Long-term · It compounds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It gets better every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Every new challan sharpens the forecast — a nightly refresh, no heavy retraining.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Deploy in the evenings → new data → the blind spot fills itself.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Roadmap: Retrospective (today) → Nightly refresh → Live ASTraM / camera feed.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Deployable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Runs on a laptop · only data BTP already collects · no new sensors.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Two apps share one brain: a live Streamlit demo + a full-stack product.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Geohash engine generalizes to any city or violation type.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02920" cy="82296"/>
          </a:xfrm>
          <a:prstGeom prst="rect">
            <a:avLst/>
          </a:prstGeom>
          <a:solidFill>
            <a:srgbClr val="4C8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4C8BF5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6E9EF"/>
                </a:solidFill>
                <a:latin typeface="Segoe UI"/>
              </a:rPr>
              <a:t>Why ParkPulse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2412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Feasible — working software today.   Relevant — your data, read honestly.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Innovative — a decision loop + an agentic voice co-pilot + a validated proof.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Real impact — a plan you brief tomorrow, a 38% proven gain, offender targeting.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E6E9EF"/>
                </a:solidFill>
                <a:latin typeface="Segoe UI"/>
              </a:rPr>
              <a:t>•  Turning what already happened into where to stand tomorrow.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A3B2"/>
                </a:solidFill>
                <a:latin typeface="Segoe UI"/>
              </a:rPr>
              <a:t>Live demo: flipkart-gridlock-20-r2-rinxb9yibzp8knp6quhfew.streamlit.app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