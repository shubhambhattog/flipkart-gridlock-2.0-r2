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78992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E6E9EF"/>
                </a:solidFill>
                <a:latin typeface="Segoe UI"/>
              </a:rPr>
              <a:t>ParkPulse</a:t>
            </a:r>
          </a:p>
          <a:p>
            <a:pPr algn="l">
              <a:spcAft>
                <a:spcPts val="600"/>
              </a:spcAft>
            </a:pPr>
            <a:r>
              <a:rPr sz="2600" b="0">
                <a:solidFill>
                  <a:srgbClr val="4C8BF5"/>
                </a:solidFill>
                <a:latin typeface="Segoe UI"/>
              </a:rPr>
              <a:t>From 298,000 parking tickets to where to stand tomorrow.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A3B2"/>
                </a:solidFill>
                <a:latin typeface="Segoe UI"/>
              </a:rPr>
              <a:t>Enforcement intelligence for the Bengaluru Traffic Police — built on their own challan data.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9AA3B2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A3B2"/>
                </a:solidFill>
                <a:latin typeface="Segoe UI"/>
              </a:rPr>
              <a:t>Theme 1 — Poor Visibility on Parking-Induced Congestion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A3B2"/>
                </a:solidFill>
                <a:latin typeface="Segoe UI"/>
              </a:rPr>
              <a:t>Gridlock Hackathon 2.0  ·  TeamX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The problem · Relevance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9EF"/>
                </a:solidFill>
                <a:latin typeface="Segoe UI"/>
              </a:rPr>
              <a:t>Enforcement is flying blind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Illegal parking near markets, metros &amp; hubs blocks live lanes and junctions — the city's most visible congestion source.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Enforcement is reactive &amp; patrol-based: a few teams, a whole division, sent on instinct.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No city-wide heatmap · no prioritization · no way to schedule scarce teams by where/when parking actually hurts.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The data · Feasibility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9EF"/>
                </a:solidFill>
                <a:latin typeface="Segoe UI"/>
              </a:rPr>
              <a:t>We didn't invent data — we sharpened theirs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298,445 real BTP violation records · 151 days · 802 zones · zero missing fields.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Wildly concentrated: the top 1% of locations hold 33% of all violations.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15% of vehicles cause 34% of violations — a chronic-offender tail.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That concentration is the opportunity: a few well-placed teams cover a disproportionate share.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3B2"/>
                </a:solidFill>
                <a:latin typeface="Segoe UI"/>
              </a:rPr>
              <a:t>Their own challan data — no new sensors, nothing invented.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The honest insight · 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9EF"/>
                </a:solidFill>
                <a:latin typeface="Segoe UI"/>
              </a:rPr>
              <a:t>We read the data for what it is — enforcement, not demand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It shows where officers caught parking, not a god's-eye view of where parking is worst.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Morning-heavy: ~93% of tickets are written before 1 PM; &lt;0.3% in the 5–9 PM evening peak.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So we make two honest claims, not one inflated one: optimize the effort you already spend,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and flag the evening blind spot you're missing — instead of pretending to predict the whole city.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The solution ·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9EF"/>
                </a:solidFill>
                <a:latin typeface="Segoe UI"/>
              </a:rPr>
              <a:t>Not a dashboard — a closed decision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Detect → Score → Forecast → Deploy → Target → (outcomes feed back).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It ends in an action a supervisor can brief at tomorrow's roll-call, not a chart to stare at.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Every stage is transparent and explainable — no black boxes to take on faith.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Detect &amp; Score · Technical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9EF"/>
                </a:solidFill>
                <a:latin typeface="Segoe UI"/>
              </a:rPr>
              <a:t>One transparent number ranks every zone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City-wide 3-D hotspot map over geohash hexbins (gh6 ≈ 1.2 km, gh7 ≈ 150 m).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Congestion Impact Score 0–100 = violations × avg severity × flow-criticality.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Junction-blocking and main-road violations weigh most — 100 cars on a footpath ≠ 100 blocking a junction.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Fully explainable: anyone can see why a zone scores what it does — no learned weights to defend.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Forecast · Innovation + credibility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9EF"/>
                </a:solidFill>
                <a:latin typeface="Segoe UI"/>
              </a:rPr>
              <a:t>A forecast we tested on the future, not the past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Predicts violations per zone × weekday × hour via an empirical-Bayes shrinkage model (sparse cells stay stable).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Honest held-out backtest: r = 0.70, MAE 2.01 — trained on early weeks, scored on weeks it never saw.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Benchmarked LightGBM: it scored lower (0.69) and we couldn't explain it → kept the interpretable model.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Proven impact · Real-world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9EF"/>
                </a:solidFill>
                <a:latin typeface="Segoe UI"/>
              </a:rPr>
              <a:t>Proven, not claimed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60320"/>
            <a:ext cx="420624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1000" b="1">
                <a:solidFill>
                  <a:srgbClr val="4C8BF5"/>
                </a:solidFill>
                <a:latin typeface="Segoe UI"/>
              </a:rPr>
              <a:t>38%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A3B2"/>
                </a:solidFill>
                <a:latin typeface="Segoe UI"/>
              </a:rPr>
              <a:t>captured · 10 teams · 31 unseen days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265176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Replayed a 10-team plan across 31 held-out days the model never saw.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Those teams would have been sitting on ~38% of the violations actually logged…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…vs ~1.3% spread evenly (and well above a static 'usual hotspots' plan too).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A validated efficiency gain on unseen data — most teams have zero validation.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Deploy &amp; Target · Impact + 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9EF"/>
                </a:solidFill>
                <a:latin typeface="Segoe UI"/>
              </a:rPr>
              <a:t>The deliverable an officer uses — auditable both 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One click → a spaced patrol plan (teams ≥600 m apart), shared by WhatsApp / print / CSV at roll-call.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Why a team IS there: tap it for forecast load · junction/main-road impact · 3-week trend.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Why a strong zone ISN'T (new): an 'Also considered' panel shows what just missed and why — auditable, not a black box.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Target chronic offenders (15% → 34%): ready owner-notice / escalated-penalty / tow-priority CSV lists.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Ask ParkPulse ·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9EF"/>
                </a:solidFill>
                <a:latin typeface="Segoe UI"/>
              </a:rPr>
              <a:t>A real AI agent over the live models — not a chatbot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Gemini function-calling runs the actual forecaster &amp; optimizer; every number is grounded in a tool result.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Multilingual (English / Hindi / Kannada) + voice input + conversation memory.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An officer just asks or says: 'Plan 6 teams for Friday evening near KR Market.'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By design · Integrity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9EF"/>
                </a:solidFill>
                <a:latin typeface="Segoe UI"/>
              </a:rPr>
              <a:t>Live, explainable &amp; self-improving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Event-aware: auto-flags unusual days (festivals / match days) above the weekday norm.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Full-day planner: morning → afternoon → evening at once (361 → 36 → 2) — see the evening blind spot.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Data flywheel: a live ingest endpoint cleans new challans + rebuilds models in seconds; officers log real outcomes.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Integrity: we never modify the fixed dataset — ingest is live-data architecture, outcome logs in-memory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Architecture &amp; tech · Technical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9EF"/>
                </a:solidFill>
                <a:latin typeface="Segoe UI"/>
              </a:rPr>
              <a:t>Two front-ends, one brain — small, fast, explainable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One engine (core.py, pandas/numpy): EB-shrinkage forecaster · impact score · spaced greedy optimizer · honest backtest · simulator.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Two apps share it: a live Streamlit demo + full-stack FastAPI (Render) &amp; Next.js 16 / React 19 / deck.gl (Vercel).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Gemini co-pilot runs server-side over the real models — no GPU, no training pipeline to babysit, no black box.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Feasibility · rollout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9EF"/>
                </a:solidFill>
                <a:latin typeface="Segoe UI"/>
              </a:rPr>
              <a:t>Deployable today — on data BTP already collects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Runs on a laptop · only the existing challan data · no new sensors, no procurement.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Live as a web app today; the full-stack product is deployment-ready (FastAPI on Render + Next.js on Vercel).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The geohash engine generalizes to any city or violation type — not parking-specific.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Next step for BTP: a nightly challan feed + a few evening pilot deployments to start the flywheel.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6E9EF"/>
                </a:solidFill>
                <a:latin typeface="Segoe UI"/>
              </a:rPr>
              <a:t>Why ParkPulse wins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Feasible — working software today, on data BTP already has, no new hardware.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Relevant — their data, their problem, read honestly (enforcement ≠ demand; evening blind spot named).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Innovative — a closed decision loop + an agentic voice co-pilot + transparency both ways.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Real impact — a plan you brief tomorrow, a 38% validated efficiency gain, offender targeting.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Turning what already happened into where to stand tomorrow.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3B2"/>
                </a:solidFill>
                <a:latin typeface="Segoe UI"/>
              </a:rPr>
              <a:t>Live demo: flipkart-gridlock-20-r2-rinxb9yibzp8knp6quhfew.streamlit.app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