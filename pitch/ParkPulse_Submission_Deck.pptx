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1 · Context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000" b="1">
                <a:solidFill>
                  <a:srgbClr val="E6E9EF"/>
                </a:solidFill>
                <a:latin typeface="Segoe UI"/>
              </a:rPr>
              <a:t>ParkPulse</a:t>
            </a:r>
          </a:p>
          <a:p>
            <a:pPr algn="l">
              <a:spcAft>
                <a:spcPts val="600"/>
              </a:spcAft>
            </a:pPr>
            <a:r>
              <a:rPr sz="2200" b="0">
                <a:solidFill>
                  <a:srgbClr val="4C8BF5"/>
                </a:solidFill>
                <a:latin typeface="Segoe UI"/>
              </a:rPr>
              <a:t>From 298,000 parking tickets to where to stand tomorrow.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424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Scope: illegal on-street parking near markets, metros &amp; commercial hubs — vehicles in live lanes and at junctions.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Goal: a data-driven enforcement system on the BTP's own challan data — which parking hurts, when it recurs, where to send teams.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Theme 1 — Poor Visibility on Parking-Induced Congestion  ·  Gridlock Hackathon 2.0  ·  TeamX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3B2"/>
                </a:solidFill>
                <a:latin typeface="Segoe UI"/>
              </a:rPr>
              <a:t>Bengaluru Traffic Police · built on 298,445 real violation records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2 · Problem Description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Enforcement is reactive and blind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duty officer has a few teams and a whole division, and decides where to send them on instinct — no city-wide picture.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Existing methods fall short: manual patrols don't prioritize; cameras are capital-heavy and don't say where to deploy people;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static 'known hotspot' lists ignore WHEN violations happen and go stale.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The data to fix it already exists (challan records) but sits unused — no heatmap, no ranking, no schedule.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3 · Analysis &amp; Research, Part 1 — The “Why”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The problem is real, and extremely concentrated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298,445 real BTP violation records · 151 days · 802 geohash zones · zero missing fields — their own data, cleaned.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Root cause is spatial concentration: the top 1% of locations hold 33% of all violations.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Plus a chronic-offender tail: 15% of vehicles cause 34% of violations.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few well-placed teams can therefore cover a disproportionate share of the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4 · Analysis &amp; Research, Part 2 —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It hits commuters, business &amp; delivery — and we read it honestly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Illegal parking in live lanes and at junctions slows commuters, blocks bus stops/main roads, chokes last-mile delivery.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Honest insight: this is ENFORCEMENT data, not demand — ~93% of tickets are written before 1 PM, &lt;0.3% in the 5–9 PM peak.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So we make two honest claims: optimize the effort already spent, AND flag the evening blind spot — no over-claiming.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5 · Proposed Solution, Part 1 — The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Not a dashboard — a closed decision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Detect → Score → Forecast → Deploy → Target → (outcomes feed back). It ends in a plan a supervisor briefs tomorrow.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Impact Score (0–100) = violations × avg severity × flow-criticality (junction/main-road weight).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Forecaster: empirical-Bayes shrinkage of violations per zone × weekday × hour (sparse cells stay stable).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Optimizer: greedy maximum-coverage with a ≥600 m spacing constraint. Every stage is explainable — no black box.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6 · Proposed Solution, Part 2 — Architecture &amp;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One engine, two services — small, fast, auditable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One engine (core.py, pandas/numpy): impact score, EB-shrinkage forecaster, spaced optimizer, honest backtest, simulator.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The product: a Next.js 16 / React 19 / deck.gl frontend on Vercel + a FastAPI backend on Render — both call the one engine.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AI co-pilot: Google Gemini automatic function-calling runs the real tools server-side (key never leaves the server).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No GPU, no training pipeline, no IoT hardware — the whole model rebuilds in 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7 · Proposed Solution, Part 3 —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How it's executed — and what sets it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Pick weekday + shift + team count → a spaced patrol plan, shared by WhatsApp / print / CSV at roll-call.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Auditable both ways: tap a team for WHY it's placed; an 'Also considered' panel shows why a strong zone ISN'T.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Full-day planner exposes the evening blind spot (361 → 36 → 2) and nudges reallocation into the gap.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Co-pilot: ask or SPEAK in English / Hindi / Kannada. Target chronic offenders (15% → 34%) with ready CSV lists.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8 · Validation &amp; Proven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Proven on data the model never saw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2062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4C8BF5"/>
                </a:solidFill>
                <a:latin typeface="Segoe UI"/>
              </a:rPr>
              <a:t>38%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captured · 10 teams · 31 unseen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65176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Forecast validated the hard way: r = 0.70, MAE 2.01 on the unseen future; beat a LightGBM model (0.69).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Counterfactual: a 10-team plan replayed on 31 held-out days would have sat on ~38% of the violations actually logged…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…vs ~1.3% spread evenly (and well above a static 'usual hotspots' plan).</a:t>
            </a:r>
          </a:p>
          <a:p>
            <a:pPr algn="l">
              <a:spcAft>
                <a:spcPts val="11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A validated efficiency gain on unseen data — most teams have zero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9 · Feasibility, Rollout &amp;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Deployable today — and we never touched the fixed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Runs on a laptop · only existing challan data · no new sensors or procurement. Live as a web app today.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Self-improving: a live ingest endpoint rebuilds models in seconds (in-memory); outcome logging closes the loop.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Integrity: we NEVER modify the fixed competition dataset — ingest is architecture for live data; logs are in-memory only.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Roadmap: ① Retrospective (today) → ② Nightly challan feed + evening pilots → ③ Fuse the live ASTraM / camera feed.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Slide 10 · ParkPulse, in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100" b="1">
                <a:solidFill>
                  <a:srgbClr val="E6E9EF"/>
                </a:solidFill>
                <a:latin typeface="Segoe UI"/>
              </a:rPr>
              <a:t>Feasible. Relevant. Innovative. Proven — the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424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Feasible — runs today on data BTP already collects; no new sensors or hardware.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Relevant — built on their own 298,445 records, read honestly (enforcement data, not demand; evening gap named).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Innovative — a closed decision loop, explainable both ways, with an agentic voice co-pilot.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Proven — 38% of real violations captured on 31 days the model never saw; held-out r = 0.70.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Segoe UI"/>
              </a:rPr>
              <a:t>•  By the numbers: 298,445 records · r = 0.70 · 38% vs 1.3% · 802 zones · English / Hindi / Kannada · runs on a laptop.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ParkPulse — turning what already happened into where to stand tomorrow.  ·  Team TeamX (Shubham, Satyam, Palash)  ·  one QR → live 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